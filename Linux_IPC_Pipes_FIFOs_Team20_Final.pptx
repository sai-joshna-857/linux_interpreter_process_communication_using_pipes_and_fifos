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fa17be4dd4690" /><Relationship Type="http://schemas.openxmlformats.org/officeDocument/2006/relationships/extended-properties" Target="/docProps/app.xml" Id="Rf4896cbc8beb427e" /><Relationship Type="http://schemas.openxmlformats.org/officeDocument/2006/relationships/officeDocument" Target="/ppt/presentation.xml" Id="R74c49ec304c6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b0a48b72644b3"/>
  </p:sldMasterIdLst>
  <p:notesMasterIdLst>
    <p:notesMasterId xmlns:r="http://schemas.openxmlformats.org/officeDocument/2006/relationships" r:id="R9f7a615d646f40b3"/>
  </p:notesMasterIdLst>
  <p:sldIdLst>
    <p:sldId xmlns:r="http://schemas.openxmlformats.org/officeDocument/2006/relationships" id="256" r:id="Ra5063c6e2672437c"/>
    <p:sldId xmlns:r="http://schemas.openxmlformats.org/officeDocument/2006/relationships" id="257" r:id="R00d7e092c0ca4d26"/>
    <p:sldId xmlns:r="http://schemas.openxmlformats.org/officeDocument/2006/relationships" id="258" r:id="Rc5a84a38197b453c"/>
    <p:sldId xmlns:r="http://schemas.openxmlformats.org/officeDocument/2006/relationships" id="259" r:id="R4cf54c3ba9b9499b"/>
    <p:sldId xmlns:r="http://schemas.openxmlformats.org/officeDocument/2006/relationships" id="260" r:id="R4295a716daa548b7"/>
    <p:sldId xmlns:r="http://schemas.openxmlformats.org/officeDocument/2006/relationships" id="261" r:id="R34a8626b03ea4f35"/>
    <p:sldId xmlns:r="http://schemas.openxmlformats.org/officeDocument/2006/relationships" id="262" r:id="Rc2f01f61638c42b2"/>
    <p:sldId xmlns:r="http://schemas.openxmlformats.org/officeDocument/2006/relationships" id="263" r:id="Rd6cdaf3c9d454dab"/>
    <p:sldId xmlns:r="http://schemas.openxmlformats.org/officeDocument/2006/relationships" id="264" r:id="Re922fce6570f4aae"/>
    <p:sldId xmlns:r="http://schemas.openxmlformats.org/officeDocument/2006/relationships" id="265" r:id="R2a0e0516e4214a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628c28753434f" /><Relationship Type="http://schemas.openxmlformats.org/officeDocument/2006/relationships/slideMaster" Target="/ppt/slideMasters/slideMaster1.xml" Id="Ra16b0a48b72644b3" /><Relationship Type="http://schemas.openxmlformats.org/officeDocument/2006/relationships/notesMaster" Target="/ppt/notesMasters/notesMaster1.xml" Id="R9f7a615d646f40b3" /><Relationship Type="http://schemas.openxmlformats.org/officeDocument/2006/relationships/presProps" Target="/ppt/presProps.xml" Id="Re63e3696a2694580" /><Relationship Type="http://schemas.openxmlformats.org/officeDocument/2006/relationships/viewProps" Target="/ppt/viewProps.xml" Id="R050910de12544559" /><Relationship Type="http://schemas.openxmlformats.org/officeDocument/2006/relationships/tableStyles" Target="/ppt/tableStyles.xml" Id="Rf6f5ccdb894c45a5" /><Relationship Type="http://schemas.openxmlformats.org/officeDocument/2006/relationships/slide" Target="/ppt/slides/slide1.xml" Id="Ra5063c6e2672437c" /><Relationship Type="http://schemas.openxmlformats.org/officeDocument/2006/relationships/slide" Target="/ppt/slides/slide2.xml" Id="R00d7e092c0ca4d26" /><Relationship Type="http://schemas.openxmlformats.org/officeDocument/2006/relationships/slide" Target="/ppt/slides/slide3.xml" Id="Rc5a84a38197b453c" /><Relationship Type="http://schemas.openxmlformats.org/officeDocument/2006/relationships/slide" Target="/ppt/slides/slide4.xml" Id="R4cf54c3ba9b9499b" /><Relationship Type="http://schemas.openxmlformats.org/officeDocument/2006/relationships/slide" Target="/ppt/slides/slide5.xml" Id="R4295a716daa548b7" /><Relationship Type="http://schemas.openxmlformats.org/officeDocument/2006/relationships/slide" Target="/ppt/slides/slide6.xml" Id="R34a8626b03ea4f35" /><Relationship Type="http://schemas.openxmlformats.org/officeDocument/2006/relationships/slide" Target="/ppt/slides/slide7.xml" Id="Rc2f01f61638c42b2" /><Relationship Type="http://schemas.openxmlformats.org/officeDocument/2006/relationships/slide" Target="/ppt/slides/slide8.xml" Id="Rd6cdaf3c9d454dab" /><Relationship Type="http://schemas.openxmlformats.org/officeDocument/2006/relationships/slide" Target="/ppt/slides/slide9.xml" Id="Re922fce6570f4aae" /><Relationship Type="http://schemas.openxmlformats.org/officeDocument/2006/relationships/slide" Target="/ppt/slides/slide10.xml" Id="R2a0e0516e421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f1ed89b08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ae3ce33aa4f01" /><Relationship Type="http://schemas.openxmlformats.org/officeDocument/2006/relationships/notesMaster" Target="/ppt/notesMasters/notesMaster1.xml" Id="R4f8d7307f5bb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503ed657a84701" /><Relationship Type="http://schemas.openxmlformats.org/officeDocument/2006/relationships/notesMaster" Target="/ppt/notesMasters/notesMaster1.xml" Id="Rc776ba2d8b74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b288bb24324501" /><Relationship Type="http://schemas.openxmlformats.org/officeDocument/2006/relationships/notesMaster" Target="/ppt/notesMasters/notesMaster1.xml" Id="R15d6c6d2c2bc42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f6e544da740f6" /><Relationship Type="http://schemas.openxmlformats.org/officeDocument/2006/relationships/notesMaster" Target="/ppt/notesMasters/notesMaster1.xml" Id="R2c5bb70e625649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f4069cb66c4b33" /><Relationship Type="http://schemas.openxmlformats.org/officeDocument/2006/relationships/notesMaster" Target="/ppt/notesMasters/notesMaster1.xml" Id="Rbfde2bf40802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0e4f222e84afd" /><Relationship Type="http://schemas.openxmlformats.org/officeDocument/2006/relationships/notesMaster" Target="/ppt/notesMasters/notesMaster1.xml" Id="Rbaf6b841fca547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a74c89bf5444a4" /><Relationship Type="http://schemas.openxmlformats.org/officeDocument/2006/relationships/notesMaster" Target="/ppt/notesMasters/notesMaster1.xml" Id="Rafb0b212e2d346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9281621fd4d3f" /><Relationship Type="http://schemas.openxmlformats.org/officeDocument/2006/relationships/notesMaster" Target="/ppt/notesMasters/notesMaster1.xml" Id="R57887488b5964e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b0a21c86624e83" /><Relationship Type="http://schemas.openxmlformats.org/officeDocument/2006/relationships/notesMaster" Target="/ppt/notesMasters/notesMaster1.xml" Id="R82b9103798aa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cf14b8e9e941ef" /><Relationship Type="http://schemas.openxmlformats.org/officeDocument/2006/relationships/notesMaster" Target="/ppt/notesMasters/notesMaster1.xml" Id="R89a908e2baef4c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a75595bff4d8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f28708cca42a7" /><Relationship Type="http://schemas.openxmlformats.org/officeDocument/2006/relationships/slideLayout" Target="/ppt/slideLayouts/slideLayout1.xml" Id="Ree193961471c40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93961471c401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c679c4f94ec2" /><Relationship Type="http://schemas.openxmlformats.org/officeDocument/2006/relationships/image" Target="/ppt/media/image.png" Id="Rc498fccf03994eae" /><Relationship Type="http://schemas.openxmlformats.org/officeDocument/2006/relationships/notesSlide" Target="/ppt/notesSlides/notesSlide1.xml" Id="R57f1f341102144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466c2480747a4" /><Relationship Type="http://schemas.openxmlformats.org/officeDocument/2006/relationships/image" Target="/ppt/media/image2.png" Id="R4b75e088458d40c1" /><Relationship Type="http://schemas.openxmlformats.org/officeDocument/2006/relationships/image" Target="/ppt/media/image3.png" Id="R66204cdf668f40ee" /><Relationship Type="http://schemas.openxmlformats.org/officeDocument/2006/relationships/image" Target="/ppt/media/image4.png" Id="Rd2f8540219fe4652" /><Relationship Type="http://schemas.openxmlformats.org/officeDocument/2006/relationships/image" Target="/ppt/media/image5.png" Id="Rc6077ca50312476b" /><Relationship Type="http://schemas.openxmlformats.org/officeDocument/2006/relationships/image" Target="/ppt/media/image6.png" Id="R3bf7427ddf1343b5" /><Relationship Type="http://schemas.openxmlformats.org/officeDocument/2006/relationships/notesSlide" Target="/ppt/notesSlides/notesSlide2.xml" Id="R5470748919d542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5f88ddac54c46" /><Relationship Type="http://schemas.openxmlformats.org/officeDocument/2006/relationships/image" Target="/ppt/media/image7.png" Id="R15ca1a8cfa654e11" /><Relationship Type="http://schemas.openxmlformats.org/officeDocument/2006/relationships/image" Target="/ppt/media/image2.png" Id="R69cbdfd427f944b8" /><Relationship Type="http://schemas.openxmlformats.org/officeDocument/2006/relationships/image" Target="/ppt/media/image8.png" Id="R15e57043d5954f2a" /><Relationship Type="http://schemas.openxmlformats.org/officeDocument/2006/relationships/notesSlide" Target="/ppt/notesSlides/notesSlide3.xml" Id="Rcde8083f778544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fbdb62ecc44f5" /><Relationship Type="http://schemas.openxmlformats.org/officeDocument/2006/relationships/image" Target="/ppt/media/image9.png" Id="Re9a58f13e1d74e83" /><Relationship Type="http://schemas.openxmlformats.org/officeDocument/2006/relationships/image" Target="/ppt/media/image7.png" Id="Rd19a6f556f274b43" /><Relationship Type="http://schemas.openxmlformats.org/officeDocument/2006/relationships/image" Target="/ppt/media/image2.png" Id="R0d5b31f644644464" /><Relationship Type="http://schemas.openxmlformats.org/officeDocument/2006/relationships/image" Target="/ppt/media/image4.png" Id="Rc95e6935c3664ea1" /><Relationship Type="http://schemas.openxmlformats.org/officeDocument/2006/relationships/notesSlide" Target="/ppt/notesSlides/notesSlide4.xml" Id="Rc256bf2ce80c49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ea9993bef416b" /><Relationship Type="http://schemas.openxmlformats.org/officeDocument/2006/relationships/image" Target="/ppt/media/image7.png" Id="R2c2d5e936a024571" /><Relationship Type="http://schemas.openxmlformats.org/officeDocument/2006/relationships/image" Target="/ppt/media/image2.png" Id="R58a360e0dfef4359" /><Relationship Type="http://schemas.openxmlformats.org/officeDocument/2006/relationships/image" Target="/ppt/media/image10.png" Id="R336f4ec7ac654348" /><Relationship Type="http://schemas.openxmlformats.org/officeDocument/2006/relationships/image" Target="/ppt/media/image11.png" Id="R52fc00a91ce5472b" /><Relationship Type="http://schemas.openxmlformats.org/officeDocument/2006/relationships/image" Target="/ppt/media/image8.png" Id="R6ee52c2476f5431e" /><Relationship Type="http://schemas.openxmlformats.org/officeDocument/2006/relationships/notesSlide" Target="/ppt/notesSlides/notesSlide5.xml" Id="R59eece67b92b43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f80b1f0c74520" /><Relationship Type="http://schemas.openxmlformats.org/officeDocument/2006/relationships/notesSlide" Target="/ppt/notesSlides/notesSlide6.xml" Id="R5c6376a5ddd346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66a011d6c4f2d" /><Relationship Type="http://schemas.openxmlformats.org/officeDocument/2006/relationships/image" Target="/ppt/media/image7.png" Id="Rc816cb6a049f4deb" /><Relationship Type="http://schemas.openxmlformats.org/officeDocument/2006/relationships/image" Target="/ppt/media/image2.png" Id="R0a14d55667814dff" /><Relationship Type="http://schemas.openxmlformats.org/officeDocument/2006/relationships/image" Target="/ppt/media/image10.png" Id="R4d03f7fc0357493c" /><Relationship Type="http://schemas.openxmlformats.org/officeDocument/2006/relationships/image" Target="/ppt/media/image6.png" Id="Re370ca04c24748b5" /><Relationship Type="http://schemas.openxmlformats.org/officeDocument/2006/relationships/image" Target="/ppt/media/image5.png" Id="R7dd99fa410ff4f12" /><Relationship Type="http://schemas.openxmlformats.org/officeDocument/2006/relationships/image" Target="/ppt/media/image8.png" Id="R14c3bebd4d194868" /><Relationship Type="http://schemas.openxmlformats.org/officeDocument/2006/relationships/notesSlide" Target="/ppt/notesSlides/notesSlide7.xml" Id="Rcf2b56e757e242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05800d41544b6" /><Relationship Type="http://schemas.openxmlformats.org/officeDocument/2006/relationships/image" Target="/ppt/media/image12.png" Id="Rc0c010377aec471e" /><Relationship Type="http://schemas.openxmlformats.org/officeDocument/2006/relationships/image" Target="/ppt/media/image3.png" Id="R850c6733fa47404a" /><Relationship Type="http://schemas.openxmlformats.org/officeDocument/2006/relationships/image" Target="/ppt/media/image4.png" Id="R95af867b646c4bf9" /><Relationship Type="http://schemas.openxmlformats.org/officeDocument/2006/relationships/image" Target="/ppt/media/image13.png" Id="R8e34596a239a4c6e" /><Relationship Type="http://schemas.openxmlformats.org/officeDocument/2006/relationships/notesSlide" Target="/ppt/notesSlides/notesSlide8.xml" Id="R623b9259bafa40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e363dab554410" /><Relationship Type="http://schemas.openxmlformats.org/officeDocument/2006/relationships/image" Target="/ppt/media/image8.png" Id="Rb10786f345174897" /><Relationship Type="http://schemas.openxmlformats.org/officeDocument/2006/relationships/image" Target="/ppt/media/image14.png" Id="Rc3259a099588413d" /><Relationship Type="http://schemas.openxmlformats.org/officeDocument/2006/relationships/notesSlide" Target="/ppt/notesSlides/notesSlide9.xml" Id="Rd64936a2d3a7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1856c5977476c" /><Relationship Type="http://schemas.openxmlformats.org/officeDocument/2006/relationships/image" Target="/ppt/media/image.png" Id="R55fb0d8d345d4076" /><Relationship Type="http://schemas.openxmlformats.org/officeDocument/2006/relationships/notesSlide" Target="/ppt/notesSlides/notesSlide10.xml" Id="R377e8067db31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8fccf03994eae">
            <a:alphaModFix amt="1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9680" y="1463040"/>
            <a:ext cx="4206240" cy="420624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E9C79FD-9F74-4CDE-8002-FF26900E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772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OPERATING SYSTEMS AND SYSTEMS PROGRAMMING</a:t>
            </a:r>
            <a:endParaRPr sz="1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CF47DF-6C85-43C5-A071-9D32908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25CS2104E  •  2026–27, Term-I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1515FC4-1AD0-4825-8D2A-B3E7CBF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778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0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Linux Inter-Process</a:t>
            </a:r>
            <a:endParaRPr sz="40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0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Communication Using</a:t>
            </a:r>
            <a:endParaRPr sz="40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0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Pipes and FIFOs</a:t>
            </a:r>
            <a:endParaRPr sz="40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C5FDC14-E0FC-4AE1-B830-3FB27CDE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5029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E1DCDC-B015-4DE0-8D31-68830C1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Team 20  •  Section 3</a:t>
            </a:r>
            <a:endParaRPr sz="1500" b="1">
              <a:solidFill>
                <a:srgbClr val="F5F7F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B596722-91DD-4589-B249-53BA540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02352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K.Sai Joshna   ·   A.Bhavana Sri   ·   J.Charvi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F07BDDE-D736-46FD-B8A5-DB419D66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Faculty: K. Hema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53088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767A94-23D0-4123-8933-0C47AE0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10C204-6111-4E22-81BA-866F859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A visual guide to Linux process communication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013B54A-D8BA-4B77-8913-04E83B99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1264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IPC lets processes exchange data through operating-system channels. This webpage simulates an anonymous pipe and a named FIFO, showing how “Hello IPC!” moves from sender to receiver.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0D842A-D3EF-46BD-BE93-AFECF89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1874520" cy="150876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2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A48EFE-F4F3-4D72-9A54-BE24C640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5e088458d40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" y="50109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7AD5479-FEEB-4ADC-B6E8-F6C23F5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64608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2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68C8FB-BF62-43F1-BB85-A8FBDDE8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1600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Core IPC</a:t>
            </a:r>
            <a:endParaRPr sz="10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mechanisms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A4CCC13-5828-4405-8646-0AF953A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709160"/>
            <a:ext cx="1874520" cy="150876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2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5543D09-3DFD-4C4A-9B13-77FB5F07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48920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04cdf668f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9504" y="50109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EA4F03-EA28-464A-8704-43F4EBD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64608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4</a:t>
            </a:r>
            <a:endParaRPr sz="26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FE4AAE5-99E2-4132-91A2-8697885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5486400"/>
            <a:ext cx="1600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Core operations</a:t>
            </a:r>
            <a:endParaRPr sz="10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3A9FBC4-6FA8-492B-8C70-B5F1C1D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709160"/>
            <a:ext cx="1874520" cy="150876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2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859CAFD-D0C0-47F2-9CFF-9A04A36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48920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8540219fe46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50109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5225A974-BF79-4305-B188-F3516C7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864608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Web</a:t>
            </a:r>
            <a:endParaRPr sz="26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5D5853F-0522-4A8E-B6F0-3632FEB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5486400"/>
            <a:ext cx="1600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Demo format</a:t>
            </a:r>
            <a:endParaRPr sz="105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5FFE6EC1-3D38-461C-96DB-6C797A7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554480"/>
            <a:ext cx="4572000" cy="466344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B1F23"/>
          </a:solidFill>
        </p:spPr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3CB97FF-9DA9-4A11-999F-F5EB2AA0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1737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C33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F7F6"/>
                </a:solidFill>
                <a:latin typeface="Consolas"/>
                <a:ea typeface="Consolas"/>
                <a:cs typeface="Consolas"/>
              </a:rPr>
              <a:t>Sender
Terminal 1</a:t>
            </a:r>
            <a:endParaRPr sz="12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C9BB4225-885D-48B3-9427-76C7B5E6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28800"/>
            <a:ext cx="1737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C33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F7F6"/>
                </a:solidFill>
                <a:latin typeface="Consolas"/>
                <a:ea typeface="Consolas"/>
                <a:cs typeface="Consolas"/>
              </a:rPr>
              <a:t>Receiver
Terminal 2</a:t>
            </a:r>
            <a:endParaRPr sz="12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98523A1-F26A-4EE0-9DFC-187297EE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14600"/>
            <a:ext cx="9144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A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507BE01-79DB-4ED9-AF09-0CA8713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14600"/>
            <a:ext cx="9144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A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CA8BDDD5-814D-4F18-8A11-FE55A9F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457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private</a:t>
            </a:r>
            <a:endParaRPr sz="800"/>
          </a:p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memory</a:t>
            </a:r>
            <a:endParaRPr sz="8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DD730CC3-2A73-476C-AF14-257A4F9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514600"/>
            <a:ext cx="457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private</a:t>
            </a:r>
            <a:endParaRPr sz="800"/>
          </a:p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memory</a:t>
            </a:r>
            <a:endParaRPr sz="8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F83D3D26-0056-40EC-A92B-D476F7B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752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FB950"/>
            </a:solidFill>
            <a:prstDash val="dash"/>
            <a:tailEnd type="triangle"/>
          </a:ln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1C97AA4-8CD3-4B11-AFEF-60DC8CD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328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FB950"/>
            </a:solidFill>
            <a:prstDash val="dash"/>
            <a:headEnd type="triangle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FA7C28F0-B694-4061-AE34-942B050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520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IPC channel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(pipe / FIFO)</a:t>
            </a:r>
            <a:endParaRPr sz="950"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C13B68DF-A826-44DF-AF9E-0EFCCEA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C33"/>
          </a:solidFill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77ca5031247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4679" y="429127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D029E3AD-8BAD-4311-9628-4A554840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09160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Sender writes the message</a:t>
            </a:r>
            <a:endParaRPr sz="1050"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DE084884-1980-43B0-8AFC-4CA7073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212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C33"/>
          </a:solidFill>
        </p:spPr>
      </p:sp>
      <p:pic>
        <p:nvPicPr>
          <p:cNvPr id="7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7427ddf1343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4679" y="534283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49FB84B3-3672-4AAB-9600-14AC961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760720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Receiver reads the message</a:t>
            </a:r>
            <a:endParaRPr sz="105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9D274167-A460-4E97-B45D-7A5D864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278A7737-FD22-4213-A031-4E20299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3101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5E5106-747F-49BC-83CD-E6D1FE1B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345D21-C790-4AAA-8F42-D08EE59E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Processes need a channel to exchange data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92BA74E-9A93-4310-8E38-241D4B2B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881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4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Linux processes use separate memory spaces. IPC provides channels for exchanging data. This webpage visualizes that flow without running Linux processes in the browser.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48D7CAC-96A9-48D7-BEAB-912B009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54406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EF8A288-8A4E-4E09-AF05-439B6FA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a1a8cfa654e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606" y="3251606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F46264-377B-44FE-8700-D5BDE97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27248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Pipes</a:t>
            </a:r>
            <a:endParaRPr sz="1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6637AC6-E53A-43C3-9F64-FD99FE8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An unnamed channel with a kernel-managed buffer. The demo shows the sender writing and the receiver reading the message.</a:t>
            </a:r>
            <a:endParaRPr sz="12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9A7F99E-5298-47FE-AE08-D319D31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4406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C42F8F0-D82C-4EB4-AD31-A3AE70FB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dfd427f9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2046" y="3251606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191C44D-0794-4018-BC6B-A4316194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127248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FIFOs (Named Pipes)</a:t>
            </a:r>
            <a:endParaRPr sz="18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AE626C2-D5EA-4FC2-9A52-B5C22F7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476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A channel identified by a filesystem pathname. The demo uses /tmp/ipc_demo_fifo to show both endpoints opening the same FIFO.</a:t>
            </a:r>
            <a:endParaRPr sz="12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F10F997-98EA-426A-A909-CE91F78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B1F23"/>
          </a:solidFill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2301178-3A3F-47FA-B2A9-A8EAD1C6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57043d5954f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112" y="53766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3F85471-CC24-4202-BB58-EB2EBF4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38928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Goal: make the message path easy to follow, from sender to IPC channel to receiver.</a:t>
            </a:r>
            <a:endParaRPr sz="13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FE661C01-2F0E-4E16-8EB0-CA908FC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46BA6206-0F95-4C81-BAB9-7CD873E0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38824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785874-F44E-4FBD-878F-49C0211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OBJECTIVES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1D80AE-3A1C-41AE-9323-A414402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What the interactive simulator helps users understand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9EB639A-14F8-4BB0-878C-6DE2E76D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4068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EAF3AB-F492-4F9D-8A73-8BDD7DBB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476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58f13e1d7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494" y="210220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0C5CCDB-6AB9-4A74-93A8-34255416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47672"/>
            <a:ext cx="4023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Understand Linux IPC</a:t>
            </a:r>
            <a:endParaRPr sz="16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828695-658E-436B-85CF-25D39BE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See how processes exchange data through an operating-system channel.</a:t>
            </a:r>
            <a:endParaRPr sz="12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971ADC6-29C8-4E0A-92FE-69F477D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91640"/>
            <a:ext cx="544068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D613528-195F-4073-A186-6C2BA0D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76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a6f556f27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934" y="210220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1903E6D-DDA1-4D4E-9D2E-FE57A45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47672"/>
            <a:ext cx="4023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Explore anonymous pipes</a:t>
            </a:r>
            <a:endParaRPr sz="16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468803B-8B4E-4171-A6EC-0DC1DA3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Follow write(), the kernel pipe buffer, and read() in the visual demo.</a:t>
            </a:r>
            <a:endParaRPr sz="12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C71F94A-E54F-45E7-B744-D02F8E7E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44068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FA6B687-B46A-4979-B71B-BA1AF6AE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31f644644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494" y="425104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5EAA7D1F-B7A3-4AEA-BA37-0273C90E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512"/>
            <a:ext cx="4023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Explore named FIFOs</a:t>
            </a:r>
            <a:endParaRPr sz="16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C0CB8B12-A741-4594-AE8A-6688F2AB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0060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See how /tmp/ipc_demo_fifo identifies the shared channel.</a:t>
            </a:r>
            <a:endParaRPr sz="12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B121FC2-B95F-465B-8615-907ED85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40480"/>
            <a:ext cx="544068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A4C9D74C-6CC5-47AD-A1B7-7F75F59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651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e6935c3664e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934" y="425104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1BBA95B-971C-418F-890A-4867250F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96512"/>
            <a:ext cx="4023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Compare both mechanisms</a:t>
            </a:r>
            <a:endParaRPr sz="16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DDA8724-291D-4E47-9BB1-59FA0104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0060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Understand how an unnamed pipe and a named FIFO establish communication.</a:t>
            </a:r>
            <a:endParaRPr sz="12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534AA99-0008-43FC-A861-8CCFA1B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277C1888-4FD8-4291-BA2A-D42AA348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35278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1F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78F1A1-705D-4765-924A-1A91F14E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INTERACTIVE DEMONSTRATION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DE097F-770A-4F6F-ACF2-3DE2B78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A visual walkthrough of message transfer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1D8A98-72A3-47AD-9163-53702C5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The webpage simulates the exchange. It does not execute Linux processes in the browser.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17D469-163E-4753-8E51-CA7999C6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2011680" cy="35661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FC5A70-9F8A-4770-B367-2D7BBBD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231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B42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9FB19E-1DE1-43EE-B03F-A692AC1E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231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B950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DC23BC7-3A27-494B-9E56-61DD76A8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546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d5e936a024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1585" y="328781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AE5760C-6DEE-4533-B084-3D635FB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0"/>
            <a:ext cx="17922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Choose IPC Mode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7C63F22-2839-49E2-9384-5B404D8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9120"/>
            <a:ext cx="1737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Select Anonymous Pipe or Named FIFO in the simulator.</a:t>
            </a:r>
            <a:endParaRPr sz="9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595F118-5C80-4294-97E9-1ED4B18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93192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509C69C-0AAB-4403-9043-10C51CF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2011680" cy="35661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78E091-6F88-4B1B-8D9C-53BC204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4231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B42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2FDE558-0F38-4350-AC0F-AD868C52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4231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B950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825798F-7884-4583-8126-97B948DD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546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360e0dfef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9297" y="328781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1E75D32-A8FC-424D-AD81-78083C94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40480"/>
            <a:ext cx="17922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Send Message</a:t>
            </a:r>
            <a:endParaRPr sz="13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D3EB081-50E0-4059-8B12-D1DED213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389120"/>
            <a:ext cx="1737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Click “Send Hello IPC!” in Terminal 1, the sender view.</a:t>
            </a:r>
            <a:endParaRPr sz="9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9226EEC-3652-45CB-8CAB-2DD2CD4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93192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6EDFA66-22C2-4EA5-BB80-6CB62F7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148840"/>
            <a:ext cx="2011680" cy="35661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B9A86E8-E805-41DD-AC00-310830E0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24231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B42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0E3C57E-D7C7-4548-97BB-0533DE8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24231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B950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0258550-24D3-42C5-9CAA-3DD8259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31546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7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f4ec7ac65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7009" y="328781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1CF4297-261B-4E06-889F-7BE6D40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840480"/>
            <a:ext cx="17922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Write to Channel</a:t>
            </a:r>
            <a:endParaRPr sz="13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92819EF8-36E5-4666-BEFB-DA93690B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4389120"/>
            <a:ext cx="1737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The animation shows write() placing the message in the channel.</a:t>
            </a:r>
            <a:endParaRPr sz="95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B7C58B20-22AC-4FE7-A506-35600C9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93192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DF80E683-78A1-4EE8-BD90-A128885C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2148840"/>
            <a:ext cx="2011680" cy="35661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7EEDEF5B-6A82-4BDF-A16D-5F592C94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4231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B42"/>
          </a:solidFill>
        </p:spPr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06A15DB8-CF79-4C54-80D5-C57D565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4231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B950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E6D26EA5-1192-47B7-BEBA-C14DBC4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1546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8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c00a91ce5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4721" y="328781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D8E65F19-90D9-45FA-8190-E3E6525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40480"/>
            <a:ext cx="17922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Follow the Channel</a:t>
            </a:r>
            <a:endParaRPr sz="13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5A753AD1-13FB-4F87-94E0-340A40B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389120"/>
            <a:ext cx="1737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Pipe data waits in a kernel buffer. A FIFO uses /tmp/ipc_demo_fifo.</a:t>
            </a:r>
            <a:endParaRPr sz="950"/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14FC8A64-2048-4717-B844-4C336B5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93192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232CA9FC-FD52-450A-8DFB-EDFFC54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48840"/>
            <a:ext cx="2011680" cy="35661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BA912C4A-D241-4022-A30B-CA969709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24231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B42"/>
          </a:solidFill>
        </p:spPr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9DC10616-5C0F-4080-841E-8DAD352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24231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B950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37DD6772-B71C-4FED-B828-7AE866A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31546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9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52c2476f543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02433" y="328781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F64F3902-2BD3-42F4-90C2-DA6BE94F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40480"/>
            <a:ext cx="17922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Read at Receiver</a:t>
            </a:r>
            <a:endParaRPr sz="1300"/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558D2895-A170-42E4-A650-330A94FD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4389120"/>
            <a:ext cx="1737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The animation shows read() delivering the message to Terminal 2.</a:t>
            </a:r>
            <a:endParaRPr sz="950"/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EE5B2D98-B8BC-4440-B37E-C03DC1A2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D5CB4D17-0029-4151-98F8-CFE653AC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35813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6245FC-D02C-4477-A245-4BAD465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A CLOSER LOOK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F6FBD4-03FF-47AA-B669-F97220D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Two Linux IPC mechanisms with different channel setup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02B852-083F-4895-BA05-59B06079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103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191367-8B34-4002-80E1-C9D07183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Aspect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9FECCE2-9D2D-4FBF-A75C-F069041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600200"/>
            <a:ext cx="4434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667BA30-2E72-4BE3-ACFD-8D21A08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60020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Pipe (unnamed)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084361-4F11-4512-AB54-D2245837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434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C78708-65ED-4796-9A37-0E4EA67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0020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FIFO (named pipe)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4AB7E7A-8702-4A94-AAEB-8F152BF0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6A4267-30EE-40F6-8A84-B16F8E3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Created by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C14D23-60ED-4574-8B9B-A0282F1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057400"/>
            <a:ext cx="44348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7DD5A8D-5CF4-41BB-A4C7-6208B521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57400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pipe()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6280052-4913-49A6-B543-FDAD41B8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4348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94A6929-B885-41D3-9FCC-7074265E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57400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mkfifo()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A00F07D-1449-47C8-A755-23588DF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2058D3-870E-4CBC-A713-A28022C7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032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Visibility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F39AD07-8D0F-40D5-AE44-5105533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60320"/>
            <a:ext cx="4434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A452CA6-CE98-4966-943A-DDC0DD47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56032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No filesystem entry; the kernel manages the pipe buffer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3FD776-7583-47CC-AB15-8E7706CB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0320"/>
            <a:ext cx="4434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67BEAC-B051-4599-925F-E25F47D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56032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A special file identifies the FIFO by pathname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C750EB0-8CB6-4A3A-9133-4F91D358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977657-512D-4E96-8C4E-45A8DB8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Who can use it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85A983-44BA-46F3-A343-46B294C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246120"/>
            <a:ext cx="4434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E6844B7-EFFB-4344-A9E6-445D2AA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4612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Processes connected by a shell pipeline or related processes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D0E738-CC25-4747-B021-439883AE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6120"/>
            <a:ext cx="4434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F5D5447-0BE4-4424-B5B0-FFDD8CC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4612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Separate processes that open the same pathname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C0DE189-B3D4-4F6E-A65D-B238C59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2103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CD1C4EE-E396-41C2-84F9-F266236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1828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Lifetime</a:t>
            </a:r>
            <a:endParaRPr sz="11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59F28F3-B25C-426F-8D65-61571C3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931920"/>
            <a:ext cx="44348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07D3D-E3F1-4F05-9FEC-2D01D8C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931920"/>
            <a:ext cx="4160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Exists while open references to the pipe remain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9D93720-0015-4743-88B5-D2285F3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31920"/>
            <a:ext cx="44348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785AAC1-3604-43E1-AA60-1DAA69C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31920"/>
            <a:ext cx="4160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Filesystem entry remains until it is removed</a:t>
            </a:r>
            <a:endParaRPr sz="11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2605B14-D2B2-42D6-A2A3-EAC2EC3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2103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4EE320B-C54A-4DD9-B1E5-41CE3202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Typical use case</a:t>
            </a:r>
            <a:endParaRPr sz="11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7D111EF-5CEC-4D54-AF3E-9E2617F5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480560"/>
            <a:ext cx="44348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F4B5577-F794-4498-A6D9-83B3623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8056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Shell pipeline such as ./sender | ./receiver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4CC03C9-07B2-4AEE-94B7-93E1148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80560"/>
            <a:ext cx="44348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F67C682-5B7D-4A07-8383-05D830A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8056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5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Processes sharing /tmp/ipc_demo_fifo</a:t>
            </a:r>
            <a:endParaRPr sz="11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8C15231-D493-4D39-861B-4DFE95A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CC6D011-F8F4-49B6-BCA5-9DF869C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79919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4EB880-BF55-4533-812C-82F8D44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KEY LINUX OPERATIONS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83928C-79F7-4CB1-A72E-DFDAD37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Operations shown in the IPC walkthrough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8153C04-1DCF-4D7E-8800-097C53AD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8EA17F-DD87-4923-8181-2119615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cb6a049f4d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99" y="205099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433D7E-3EB9-4DCC-9507-C5089EC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9280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open()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EE83B45-FE6F-4B10-893E-8F23611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Opens the FIFO path so both processes can use the named channel.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02AD824-8C4F-4B3B-A91B-800CE28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164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71BB5EE-5E27-40AA-A25C-F0C813B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4d55667814d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2759" y="205099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F0D9EB8-06F9-466C-87F0-75194E8F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89280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pipe()</a:t>
            </a:r>
            <a:endParaRPr sz="1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4E0B808-654F-4A3E-A29E-4F435D9F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604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Creates an unnamed pipe for communication between connected processes.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411AB0E-22C1-44BB-8529-ADFE4E94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69164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0D42060-ACAB-40C5-87B5-4EA27EF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3f7fc0357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7519" y="205099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E700D49-B0F4-4B29-804F-481B6E8C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89280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mkfifo()</a:t>
            </a:r>
            <a:endParaRPr sz="16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E6A7A031-9B75-4899-8F32-EDBD084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60604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Creates the named FIFO at /tmp/ipc_demo_fifo.</a:t>
            </a:r>
            <a:endParaRPr sz="11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D7E16C2-A672-4814-82AE-5CABD8C0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5C4E56B5-1243-4772-9A7B-39B93401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6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0ca04c24748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99" y="438271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F15ABED1-A187-4F2C-8632-96A5F2B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5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read()</a:t>
            </a:r>
            <a:endParaRPr sz="16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E8E62E8-8451-46AB-9F5D-C8A71F2A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3776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Reads data that has been written into a pipe or FIFO.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B6075708-4976-4D51-BE9A-1324AE9D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2336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4FB8E4E8-20AC-4C8F-BAB1-E84786A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99fa410ff4f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2759" y="438271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DC0542A9-62C1-4549-A661-E854006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2245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write()</a:t>
            </a:r>
            <a:endParaRPr sz="16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EAD8B09B-2B17-4802-90A8-4081C804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776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Sends message data through a pipe or FIFO.</a:t>
            </a:r>
            <a:endParaRPr sz="11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B5765249-DF6C-4F2F-B45E-9A06541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23360"/>
            <a:ext cx="35661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5E4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B1F23">
                <a:alpha val="10000"/>
              </a:srgbClr>
            </a:outerShdw>
          </a:effectLst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45306801-51BA-4979-B7F4-1B24EDB7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3bebd4d194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7519" y="438271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82D06E79-66B8-4741-96B9-C0FFCDB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224528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3"/>
                </a:solidFill>
                <a:latin typeface="Consolas"/>
                <a:ea typeface="Consolas"/>
                <a:cs typeface="Consolas"/>
              </a:rPr>
              <a:t>Kernel buffer</a:t>
            </a:r>
            <a:endParaRPr sz="16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FCF18C13-44F8-4467-ADC8-38139D1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937760"/>
            <a:ext cx="3154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Pipe data waits in the kernel buffer until the receiver reads it.</a:t>
            </a:r>
            <a:endParaRPr sz="11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D4BBC515-8B06-4E5E-8D72-64CC346E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0B75F752-E460-429A-B0CD-5B0D76C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0032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D09EC3-718B-49EA-A66C-7619132D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2A9147"/>
                </a:solidFill>
                <a:latin typeface="Calibri"/>
                <a:ea typeface="Calibri"/>
                <a:cs typeface="Calibri"/>
              </a:rPr>
              <a:t>TEAM &amp; TOOLING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6AF6AE-8EB1-4F44-BE9A-3E80262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A webpage for visual learning, with commands for Linux practice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2A9A0F-163A-4F6A-B0EE-DDE32A5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DEMO / ENVIRONMENT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62E00CD-A881-43F5-8FB1-578AAD7E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010377aec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13055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46AB132-7136-4674-82D4-9A802F6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4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Linux / Ubuntu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9FC1934-CF8B-441C-A6F5-608BD5D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Run actual IPC commands in a Linux terminal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5B93020-ACC8-4506-9B26-F75D9FD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70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c6733fa47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88950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03C7227-B08F-4827-BFC8-656D2E64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Interactive webpage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D0B2A1D-3F0C-4FD6-96E8-AB3C5614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92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Shows the sender and receiver terminal views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79BB2A3-8E9A-4058-91E4-BAB74C32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958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867b646c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64845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47F0330-EEA8-4CA7-B6BB-0358173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215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Simulation controls</a:t>
            </a:r>
            <a:endParaRPr sz="13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F6783C2-7EBC-467A-B89D-02958EBF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8184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Animate the message transfer between processes</a:t>
            </a:r>
            <a:endParaRPr sz="10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B2A08D8-19B6-4A46-B6EA-BD041DC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8853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7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4596a239a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4074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337F8B2-A864-4C33-BF17-B5C38FF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Linux commands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F668BACD-6E0B-4B0A-AAAE-06A7A98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7136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Use the displayed commands for real IPC in Linux</a:t>
            </a:r>
            <a:endParaRPr sz="10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0B023B44-53E7-4273-9471-591E55AC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00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INDIVIDUAL CONTRIBUTIONS</a:t>
            </a:r>
            <a:endParaRPr sz="11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21A04987-FC65-433D-B767-19A1B2CB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11680"/>
            <a:ext cx="11887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CA30786-6645-4BC2-8FCA-479C6CF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Roll No.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21EDC38-1366-4F14-AC62-46F276A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168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69F7C261-592F-4BDB-968A-A42A5C2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1168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Name</a:t>
            </a:r>
            <a:endParaRPr sz="11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00E8E8D1-8B25-4F6D-B01F-49BB8AB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1168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3"/>
          </a:solidFill>
          <a:ln xmlns:a="http://schemas.openxmlformats.org/drawingml/2006/main" w="6350">
            <a:solidFill>
              <a:srgbClr val="1B1F23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B6F56609-EE84-4BFE-B6FE-0F3D473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1168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Responsibility</a:t>
            </a:r>
            <a:endParaRPr sz="11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2FBE33C4-1E5B-4698-96C2-C2338985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514600"/>
            <a:ext cx="11887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94275FB5-B0DD-4B01-9405-08426CEC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2520030293</a:t>
            </a:r>
            <a:endParaRPr sz="1000">
              <a:solidFill>
                <a:srgbClr val="3B414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55DBBD6C-DE2C-4F49-9488-D742FDC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1460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/>
              <a:t>K.Sai Joshna</a:t>
            </a:r>
            <a:endParaRPr sz="100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692AB876-D756-48B9-9E8B-F72AC0C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51460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48279CC2-2975-42CD-8E4D-AE504001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51460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Pipe implementation &amp; testing</a:t>
            </a:r>
            <a:endParaRPr sz="1000"/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AB08B87C-A9EB-492A-A114-8E39DBB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11887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3DF161BF-150F-4FF7-8E0A-DE865B06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1752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2520030232</a:t>
            </a:r>
            <a:endParaRPr sz="1000">
              <a:solidFill>
                <a:srgbClr val="3B414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211E9C57-EF44-4001-A294-95B0484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1752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8CE54D3C-0524-4725-9D20-AEEDBDF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01752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/>
              <a:t>A.Bhavana Sri</a:t>
            </a:r>
            <a:endParaRPr sz="1000"/>
          </a:p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DD67520D-409A-41D4-9189-DF8069A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01752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14DDA578-9C1C-4539-904C-C57FDDB9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01752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FIFO implementation &amp; testing</a:t>
            </a:r>
            <a:endParaRPr sz="100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354D964C-2FFC-4D08-AA5B-86D1971D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11887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FC962710-D62F-48FC-9F38-876F581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2520030294</a:t>
            </a:r>
            <a:endParaRPr sz="1000">
              <a:solidFill>
                <a:srgbClr val="3B414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3F05A11C-B420-4EC3-ABE5-C854F60F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044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E29D99BB-986D-4DE6-B30D-5C908E7D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52044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/>
              <a:t>J.Charvi</a:t>
            </a:r>
            <a:endParaRPr sz="1000"/>
          </a:p>
        </p:txBody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EFED63AD-E267-41BE-9023-4009A18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52044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5E4"/>
            </a:solidFill>
            <a:prstDash val="solid"/>
          </a:ln>
        </p:spPr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11A4CABC-7ED0-477A-B477-2B2CB1A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52044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B4148"/>
                </a:solidFill>
                <a:latin typeface="Calibri"/>
                <a:ea typeface="Calibri"/>
                <a:cs typeface="Calibri"/>
              </a:rPr>
              <a:t>Process management &amp; documentation</a:t>
            </a:r>
            <a:endParaRPr sz="1000"/>
          </a:p>
        </p:txBody>
      </p:sp>
      <p:sp>
        <p:nvSpPr>
          <p:cNvPr id="52" name="Text 46">
            <a:extLst xmlns:a="http://schemas.openxmlformats.org/drawingml/2006/main">
              <a:ext uri="{FF2B5EF4-FFF2-40B4-BE49-F238E27FC236}">
                <a16:creationId xmlns:a16="http://schemas.microsoft.com/office/drawing/2014/main" id="{D704DD2B-B537-4B77-8814-793534E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53" name="Text 47">
            <a:extLst xmlns:a="http://schemas.openxmlformats.org/drawingml/2006/main">
              <a:ext uri="{FF2B5EF4-FFF2-40B4-BE49-F238E27FC236}">
                <a16:creationId xmlns:a16="http://schemas.microsoft.com/office/drawing/2014/main" id="{96AFE667-8E02-407F-8C1A-9CF08063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6253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1F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F2B89E-3EE8-488C-AB85-7AA3932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LEARNING OUTCOME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7287A7-7A9D-4E0C-AA65-33C3E0EC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Visual understanding of Linux IPC with pipes and FIFOs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657C36-1E3B-4690-947D-A5D7E27B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658368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4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The webpage makes message transfer easy to explain. Users select an IPC mechanism, trigger a simulated “Hello IPC!” message, and follow the sender, channel, and receiver steps.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0BCFE9-A880-4D48-A57A-D220AD44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786f34517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738" y="3158338"/>
            <a:ext cx="175565" cy="17556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4B390C2-444F-4855-BE0D-624B0D0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44952"/>
            <a:ext cx="612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Pipe: write() places data in a kernel buffer for read()</a:t>
            </a:r>
            <a:endParaRPr sz="12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590455-2E70-412A-9B60-87CB804D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016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786f34517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738" y="3725266"/>
            <a:ext cx="175565" cy="175565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6BE61A3-F498-428E-8D09-9D1672C4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11880"/>
            <a:ext cx="612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FIFO: both processes use /tmp/ipc_demo_fifo</a:t>
            </a:r>
            <a:endParaRPr sz="125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43AA6E0-FC44-412D-8B6C-1FB0834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9709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786f34517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738" y="4292194"/>
            <a:ext cx="175565" cy="175565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AB7822A8-200C-4CE7-9068-CC08823B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78808"/>
            <a:ext cx="612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The browser shows the sequence without running Linux processes</a:t>
            </a:r>
            <a:endParaRPr sz="12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C436DCD3-5AB5-47C8-A63B-9E20933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08760"/>
            <a:ext cx="4114800" cy="356616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62C33"/>
          </a:solidFill>
        </p:spPr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33D2EB2-F5D3-411C-B1A2-A4964ED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83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</p:spPr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59a099588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0766" y="1925726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02332182-FC15-4389-985C-D9806EB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10512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Project Details</a:t>
            </a:r>
            <a:endParaRPr sz="16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F745AFA-4781-494D-949B-1FF3B431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514600"/>
            <a:ext cx="3566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Interactive Linux IPC simulator</a:t>
            </a:r>
            <a:endParaRPr sz="105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41373B67-0157-4232-B169-602D0D29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520440"/>
            <a:ext cx="356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43B42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99D94E8C-0647-425A-BA87-AF01AA7E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5760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Demonstration mode</a:t>
            </a:r>
            <a:endParaRPr sz="10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FFC9BD19-054A-4FFE-A2E5-415E5270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950208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Visual simulation</a:t>
            </a:r>
            <a:endParaRPr sz="14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2747DBC-6956-4F50-B2FB-0753BAB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43484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Faculty</a:t>
            </a:r>
            <a:endParaRPr sz="10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8FA3061-34CB-4C35-974B-E4AE6CC2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7091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5F7F6"/>
                </a:solidFill>
                <a:latin typeface="Calibri"/>
                <a:ea typeface="Calibri"/>
                <a:cs typeface="Calibri"/>
              </a:rPr>
              <a:t>K. Hema</a:t>
            </a:r>
            <a:endParaRPr sz="13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AF5A979B-D8F3-438F-8CF5-6D2A2C3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OSSP • Team 20 • Section 3</a:t>
            </a:r>
            <a:endParaRPr sz="9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352C96C3-364B-43FC-896F-81F2718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71776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F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b0d8d345d4076">
            <a:alphaModFix amt="1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9680" y="1463040"/>
            <a:ext cx="4206240" cy="420624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D6C8DD3-58E1-474B-A080-236ADC8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5029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D19E1B3-0B9B-40E5-BECC-C01A456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7315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5F7F6"/>
                </a:solidFill>
                <a:latin typeface="Cambria"/>
                <a:ea typeface="Cambria"/>
                <a:cs typeface="Cambria"/>
              </a:rPr>
              <a:t>Thank You</a:t>
            </a:r>
            <a:endParaRPr sz="4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5B3DFF-BF1D-4501-87F1-34A3174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sz="1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5E4C52-BF1C-4F38-9D4F-C31776C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350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Team 20 • Section 3 — Operating Systems and Systems Programming (25CS2104E)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9644792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2026-10-06T16:07:40.1470000Z</dcterms:created>
  <dcterms:modified xsi:type="dcterms:W3CDTF">2026-10-06T16:07:40.1470000Z</dcterms:modified>
</coreProperties>
</file>